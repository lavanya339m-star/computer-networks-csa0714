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3" r:id="rId5"/>
    <p:sldId id="260" r:id="rId6"/>
    <p:sldId id="262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212B631-1DD8-889B-451D-8057EAFEE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8" y="357166"/>
            <a:ext cx="8429684" cy="11032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2910" y="2000240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662" y="3214686"/>
            <a:ext cx="678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Computer Networks (CSA0714)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7224" y="4714884"/>
            <a:ext cx="4572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LAVANYA. M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192521072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1670" y="357166"/>
            <a:ext cx="50720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714488"/>
            <a:ext cx="80010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Cloud networking combines cloud computing and networking.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enables users to access applications, storage, and services over the Internet.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OSI model explains how data travels between users and cloud servers.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ensures secure, reliable, and efficient communication.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5918" y="571480"/>
            <a:ext cx="5429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is Cloud Networking?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643050"/>
            <a:ext cx="80010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Cloud networking uses cloud-based infrastructure for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 and applications are stored on remote servers.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Users can access services from anywhere with an Internet connection.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supports scalability, flexibility, and cost savings.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Examples: Google Drive, AWS, Microsoft Azure,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1714489"/>
            <a:ext cx="7715304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Application: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User accesses cloud services.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Presentation: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Data is encrypted and compressed.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Session: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Starts and maintains the communication session.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Transport: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Ensures reliable data transfer.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Network: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Finds the path using IP addresses.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Data Link: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Converts packets into frames and checks for errors.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Physical: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Sends the data as bits through cables or Wi-Fi.</a:t>
            </a:r>
          </a:p>
          <a:p>
            <a:pPr algn="ctr">
              <a:lnSpc>
                <a:spcPct val="200000"/>
              </a:lnSpc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5984" y="857232"/>
            <a:ext cx="454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OSI Layers in Cloud Networking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4480" y="428604"/>
            <a:ext cx="58579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Applications of Cloud Networking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358246" cy="601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Cloud Storage: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Stores and shares files online using services like Google Drive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Video Streaming: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Delivers movies and videos through platforms such as YouTube and Netflix.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Online Learning: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Supports virtual classes and e-learning platforms like Google Classroom.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Business Collaboration: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Enables teams to communicate and work together using Microsoft Teams and Google Workspace.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Cloud Gaming: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Allows users to play games online without requiring powerful hardware.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4546" y="428604"/>
            <a:ext cx="4214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2868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Cloud networking enables secure and efficient communication over the Internet.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OSI model divides communication into seven layers, each performing a specific function.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Together, these layers ensure reliable data transmission, error detection, and secure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Cloud networking supports modern services such as cloud storage, online learning, video streaming, and business collaboration.</a:t>
            </a:r>
          </a:p>
          <a:p>
            <a:pPr algn="just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042" y="2357430"/>
            <a:ext cx="657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 smtClean="0">
                <a:latin typeface="Arial Black" pitchFamily="34" charset="0"/>
              </a:rPr>
              <a:t>THANK YOU</a:t>
            </a:r>
            <a:endParaRPr lang="en-US" sz="66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77</TotalTime>
  <Words>220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Aspect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7</cp:revision>
  <dcterms:created xsi:type="dcterms:W3CDTF">2026-06-03T06:32:44Z</dcterms:created>
  <dcterms:modified xsi:type="dcterms:W3CDTF">2026-07-16T14:45:47Z</dcterms:modified>
</cp:coreProperties>
</file>